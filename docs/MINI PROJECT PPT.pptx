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04D7BE-57F6-452C-95EC-B177BAB837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3DEA22-B0FE-4108-9082-5EDD63C050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8EBD4B-1E5E-4449-A837-9678BEDEE2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8E4AA17-FAAE-4B7A-A7D1-DD4A87E762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TITANIC SURVIVAL PREDICTION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676480" y="4343400"/>
            <a:ext cx="415332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M.VAMSI KRISHNA –2473A39087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SHAIK AFTAB AHMED -2473A39116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 STATEMENT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 whether a passenger survived the Titanic disaster.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 Type: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Supervised Learning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Binary Classification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Target Variable: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 → Not Survived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→ Survived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WORKFLOW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Importing the required libraries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Understanding the data set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Exploratory data  analysis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preprocessing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building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 metrics ( using validation data)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Choosing model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Prediction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DATASET OVERVIEW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911844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Source: </a:t>
            </a: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Kaggle – Titanic: Machine Learning from Disaster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Records: 891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Features: 12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Features: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Pclass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Sex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Fare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SibSp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Parch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Embarked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3429000" y="1876680"/>
            <a:ext cx="6146640" cy="132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EXPLORATORY DATA  ANALYSIS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Survival distribution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wise survival analysis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Detecting outliers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Skewness check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Irrelevant features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INSIGHTS FROM EDA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70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Survival Distribution: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62% Did Not Survive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38% Survived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Fare-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Gender Impact: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Females ≈ 75% Survival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Males ≈ 80% Mortality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Class Impact: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Pclass -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vely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correlated with survival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Fare Impact: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Higher Fare Higher Survival Probability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5573880" y="1180440"/>
            <a:ext cx="4275000" cy="339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PREPROCESSING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Handling missing values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Removing irrelevant or redundant features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Encoding the categorical variables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scaling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914400" y="981360"/>
            <a:ext cx="7772400" cy="13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"/>
          <p:cNvSpPr txBox="1"/>
          <p:nvPr/>
        </p:nvSpPr>
        <p:spPr>
          <a:xfrm>
            <a:off x="914400" y="457200"/>
            <a:ext cx="64566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applying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HOT ENCODING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Embarked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column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14400" y="2514600"/>
            <a:ext cx="64566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applying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Z-SCORE SCALING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on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Fare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column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2"/>
          <a:stretch/>
        </p:blipFill>
        <p:spPr>
          <a:xfrm>
            <a:off x="914400" y="2971800"/>
            <a:ext cx="7772400" cy="160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914400" y="4800600"/>
            <a:ext cx="49399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Z-score scaling → X new = ( X - mean ) / variance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SELECTION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Selected Features: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Pclass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Fare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Sex_encoded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Embarked_Q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Embarked_S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Split: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80% Training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20% Validation (Stratified)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BUILDING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Models implemented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Logistic regression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 tree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forest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Goal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compare performance and select best model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 METRICS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29560" y="1371600"/>
            <a:ext cx="9071640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Confusion matrix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:[ A/P[ TP , FN ] , [ FP , TN ]]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(TP + TN ) / ( TP + FN + FP + TN 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Precision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TP / ( TP + FP )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Recall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TP / ( TP + FN 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f1-score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: harmonic mean( precision &amp; recall )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Used multiple metrics due to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 imbalance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CHOOSING THE BEST MODEL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Logistic Regression → Strong baseline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Decision Tree → Risk of over-fitting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Random Forest → Best overall performance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Handle non linear interactions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Reduces over-fitting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Robust to noise and missing patterns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Final Selected Model: Random Forest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ADVANTAGES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Practical Application of ML Concepts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Comparative model analysis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Performance based model selection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Handling real world data challenges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Interpretability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LIMITATIONS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Limited dataset size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Historical &amp; simplified data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 imbalance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generalization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Hyper-parameter optimization scope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CONCLUSION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Gender and Passenger Class are strongest predictors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Socio-economic status influenced survival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Ensemble learning improved performance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2026-03-04T12:45:40Z</dcterms:created>
  <dc:creator/>
  <dc:description/>
  <dc:language>en-US</dc:language>
  <cp:lastModifiedBy/>
  <dcterms:modified xsi:type="dcterms:W3CDTF">2026-03-04T16:32:13Z</dcterms:modified>
  <cp:revision>49</cp:revision>
  <dc:subject/>
  <dc:title/>
</cp:coreProperties>
</file>